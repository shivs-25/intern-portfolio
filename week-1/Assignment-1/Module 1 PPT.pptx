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0"/>
  </p:notesMasterIdLst>
  <p:handoutMasterIdLst>
    <p:handoutMasterId r:id="rId11"/>
  </p:handoutMasterIdLst>
  <p:sldIdLst>
    <p:sldId id="312" r:id="rId5"/>
    <p:sldId id="304" r:id="rId6"/>
    <p:sldId id="307" r:id="rId7"/>
    <p:sldId id="282" r:id="rId8"/>
    <p:sldId id="314" r:id="rId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>
        <p:scale>
          <a:sx n="69" d="100"/>
          <a:sy n="69" d="100"/>
        </p:scale>
        <p:origin x="564" y="6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sz="2800" dirty="0"/>
              <a:t>Module 1: Python Programming</a:t>
            </a:r>
            <a:br>
              <a:rPr lang="en-US" sz="2800" dirty="0"/>
            </a:br>
            <a:br>
              <a:rPr lang="en-US" sz="2800" dirty="0"/>
            </a:br>
            <a:r>
              <a:rPr lang="en-US" sz="1800" dirty="0"/>
              <a:t>Shivali </a:t>
            </a:r>
            <a:r>
              <a:rPr lang="en-US" sz="1800" dirty="0" err="1"/>
              <a:t>muthukuar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Synopsis: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presentation is a representation of my understanding and takeaways from the introduction to python programming. This presentation will explain about the contents I have learnt and how I demonstrated my understanding of it through assignment projects.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3" y="298322"/>
            <a:ext cx="9377770" cy="780670"/>
          </a:xfrm>
        </p:spPr>
        <p:txBody>
          <a:bodyPr/>
          <a:lstStyle/>
          <a:p>
            <a:pPr algn="ctr"/>
            <a:r>
              <a:rPr lang="en-US" sz="2800" dirty="0"/>
              <a:t>Topics discussed and understanding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AE91E79-A85B-D804-4F1E-47DD4435FE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6888" y="1417320"/>
            <a:ext cx="11768327" cy="5239512"/>
          </a:xfrm>
        </p:spPr>
        <p:txBody>
          <a:bodyPr numCol="2">
            <a:normAutofit/>
          </a:bodyPr>
          <a:lstStyle/>
          <a:p>
            <a:r>
              <a:rPr lang="en-IN" sz="1900" dirty="0"/>
              <a:t>The various topics discussed in this module include introduction to python programming, its capabilities and installation process to use the </a:t>
            </a:r>
            <a:r>
              <a:rPr lang="en-IN" sz="1900" dirty="0" err="1"/>
              <a:t>Jupyter</a:t>
            </a:r>
            <a:r>
              <a:rPr lang="en-IN" sz="1900" dirty="0"/>
              <a:t> Notebook. I had already used this software during my engineering degree, so I had a good level of understanding of how to use and navigate it, which was very helpful.</a:t>
            </a:r>
          </a:p>
          <a:p>
            <a:r>
              <a:rPr lang="en-IN" sz="1900" dirty="0"/>
              <a:t>Apart from this, I got a full understanding of Data Analytics and the careers that I am eligible for and what I am expected to do in them. I was also introduced to the usage of Python specifically for Data Analytics and was taught the key python libraries and tools used for Data Analytics.</a:t>
            </a:r>
          </a:p>
          <a:p>
            <a:r>
              <a:rPr lang="en-IN" sz="1900" dirty="0"/>
              <a:t>Syntax and variables, data types, control structures, data cleaning, data manipulation, data visualization especially using Seaborn were covered in the initial part of the module.</a:t>
            </a:r>
          </a:p>
          <a:p>
            <a:r>
              <a:rPr lang="en-IN" sz="1900" dirty="0"/>
              <a:t>Useful packages that are often used, such as NumPy, Pandas, Matplotlib, Seaborn and Scikit were taught.</a:t>
            </a:r>
          </a:p>
          <a:p>
            <a:r>
              <a:rPr lang="en-IN" sz="1900" dirty="0"/>
              <a:t>Contents such as Slicing, Tuples, Dictionaries and Lists were thoroughly discussed.</a:t>
            </a:r>
          </a:p>
          <a:p>
            <a:r>
              <a:rPr lang="en-IN" sz="1900" dirty="0"/>
              <a:t>I am now very good with functions in python, especially closures and higher order functions.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301752"/>
            <a:ext cx="11243146" cy="741957"/>
          </a:xfrm>
        </p:spPr>
        <p:txBody>
          <a:bodyPr/>
          <a:lstStyle/>
          <a:p>
            <a:pPr algn="ctr"/>
            <a:r>
              <a:rPr lang="en-US" sz="2800" dirty="0"/>
              <a:t>Usage in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82879" y="1357745"/>
            <a:ext cx="11732030" cy="5320146"/>
          </a:xfrm>
        </p:spPr>
        <p:txBody>
          <a:bodyPr numCol="2">
            <a:normAutofit/>
          </a:bodyPr>
          <a:lstStyle/>
          <a:p>
            <a:r>
              <a:rPr lang="en-US" sz="1900" dirty="0"/>
              <a:t>Once I had finished this module I was ready to face the first Assignment. </a:t>
            </a:r>
          </a:p>
          <a:p>
            <a:r>
              <a:rPr lang="en-US" sz="1900" dirty="0"/>
              <a:t>In this assignment, I actively practiced basic python operations, data structures and beginner level data analysis tools.</a:t>
            </a:r>
          </a:p>
          <a:p>
            <a:r>
              <a:rPr lang="en-US" sz="1900" dirty="0"/>
              <a:t>I used basic operations such as input, print and simple math calculations (+, -, x, \).</a:t>
            </a:r>
          </a:p>
          <a:p>
            <a:r>
              <a:rPr lang="en-US" sz="1900" dirty="0"/>
              <a:t>I created lists to store numbers and dictionaries to store keys and values, e.g. student names and marks.</a:t>
            </a:r>
          </a:p>
          <a:p>
            <a:r>
              <a:rPr lang="en-US" sz="1900" dirty="0"/>
              <a:t>I performed string manipulations such as changing the text to uppercase, reverse count vowels and even make a palindrome.</a:t>
            </a:r>
          </a:p>
          <a:p>
            <a:r>
              <a:rPr lang="en-US" sz="1900" dirty="0"/>
              <a:t>I used NumPy for math (mean, median and mode) and Pandas </a:t>
            </a:r>
            <a:r>
              <a:rPr lang="en-US" sz="1900" dirty="0" err="1"/>
              <a:t>DataFrames</a:t>
            </a:r>
            <a:r>
              <a:rPr lang="en-US" sz="1900" dirty="0"/>
              <a:t> for tabular data.</a:t>
            </a:r>
          </a:p>
          <a:p>
            <a:r>
              <a:rPr lang="en-US" sz="1900" dirty="0"/>
              <a:t>I actively practiced file handling and data cleaning. Read and write CSV files, group data, worked with dates and handled missing values.</a:t>
            </a:r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6583" y="1080077"/>
            <a:ext cx="6594764" cy="817708"/>
          </a:xfrm>
        </p:spPr>
        <p:txBody>
          <a:bodyPr/>
          <a:lstStyle/>
          <a:p>
            <a:pPr algn="ctr"/>
            <a:r>
              <a:rPr lang="en-US" sz="2800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660371" y="2469477"/>
            <a:ext cx="7043618" cy="1751541"/>
          </a:xfrm>
        </p:spPr>
        <p:txBody>
          <a:bodyPr/>
          <a:lstStyle/>
          <a:p>
            <a:pPr algn="just"/>
            <a:r>
              <a:rPr lang="en-US" dirty="0"/>
              <a:t>In conclusion, I understood the theory behind the basics and foundation of Python programming and applied it practically through assignments which allowed me to view how it works.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{594C8911-601B-486C-AA21-C9EC720CA211}tf78438558_win32</Template>
  <TotalTime>30</TotalTime>
  <Words>426</Words>
  <Application>Microsoft Office PowerPoint</Application>
  <PresentationFormat>Widescreen</PresentationFormat>
  <Paragraphs>20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Sabon Next LT</vt:lpstr>
      <vt:lpstr>Custom</vt:lpstr>
      <vt:lpstr>Module 1: Python Programming  Shivali muthukuar</vt:lpstr>
      <vt:lpstr>Synopsis:</vt:lpstr>
      <vt:lpstr>Topics discussed and understanding</vt:lpstr>
      <vt:lpstr>Usage in Assignment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Sanjana M. 23BCO043</dc:creator>
  <cp:lastModifiedBy>Sanjana M. 23BCO043</cp:lastModifiedBy>
  <cp:revision>1</cp:revision>
  <dcterms:created xsi:type="dcterms:W3CDTF">2025-09-09T05:06:47Z</dcterms:created>
  <dcterms:modified xsi:type="dcterms:W3CDTF">2025-09-09T05:36:54Z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