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0"/>
  </p:notesMasterIdLst>
  <p:handoutMasterIdLst>
    <p:handoutMasterId r:id="rId11"/>
  </p:handoutMasterIdLst>
  <p:sldIdLst>
    <p:sldId id="312" r:id="rId5"/>
    <p:sldId id="304" r:id="rId6"/>
    <p:sldId id="307" r:id="rId7"/>
    <p:sldId id="282" r:id="rId8"/>
    <p:sldId id="314" r:id="rId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0" d="100"/>
          <a:sy n="70" d="100"/>
        </p:scale>
        <p:origin x="536" y="5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sz="3200" dirty="0"/>
              <a:t>Module 2: Libraries and Modules in Python</a:t>
            </a:r>
            <a:br>
              <a:rPr lang="en-US" sz="3200" dirty="0"/>
            </a:br>
            <a:br>
              <a:rPr lang="en-US" sz="3200" dirty="0"/>
            </a:br>
            <a:r>
              <a:rPr lang="en-US" sz="2400" dirty="0"/>
              <a:t>Shivali Muthukumar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SYNOPSIS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In this presentation I will explain the key concepts that I learned and how I had used it to complete the second assignment on Python, which required a good understanding of Python programming.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7" y="146304"/>
            <a:ext cx="10932250" cy="1014984"/>
          </a:xfrm>
        </p:spPr>
        <p:txBody>
          <a:bodyPr/>
          <a:lstStyle/>
          <a:p>
            <a:pPr algn="ctr"/>
            <a:r>
              <a:rPr lang="en-US" sz="2800" dirty="0"/>
              <a:t>	Topics discussed and understanding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B5F5DD-383B-BCC3-77AA-EAC5B12CB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8600" y="1508760"/>
            <a:ext cx="11804904" cy="5202936"/>
          </a:xfrm>
        </p:spPr>
        <p:txBody>
          <a:bodyPr numCol="2"/>
          <a:lstStyle/>
          <a:p>
            <a:r>
              <a:rPr lang="en-IN" dirty="0"/>
              <a:t>The contents of this module allowed me to understand some complicated topics such as libraries and modules in Python.</a:t>
            </a:r>
          </a:p>
          <a:p>
            <a:r>
              <a:rPr lang="en-IN" dirty="0"/>
              <a:t>Modules are the files created in </a:t>
            </a:r>
            <a:r>
              <a:rPr lang="en-IN" dirty="0" err="1"/>
              <a:t>jupyter</a:t>
            </a:r>
            <a:r>
              <a:rPr lang="en-IN" dirty="0"/>
              <a:t> notebook to write, execute, store and reuse codes to perform actions. </a:t>
            </a:r>
          </a:p>
          <a:p>
            <a:r>
              <a:rPr lang="en-IN" dirty="0"/>
              <a:t>A library is a collection of many modules grouped together that allows us to access commands that helps us execute the desired functions.</a:t>
            </a:r>
          </a:p>
          <a:p>
            <a:r>
              <a:rPr lang="en-IN" dirty="0"/>
              <a:t>I learnt how to import the libraries too use them for data analysis.</a:t>
            </a:r>
          </a:p>
          <a:p>
            <a:r>
              <a:rPr lang="en-IN" dirty="0" err="1"/>
              <a:t>Sklearn.datasets</a:t>
            </a:r>
            <a:r>
              <a:rPr lang="en-IN" dirty="0"/>
              <a:t> allows us to lead the data. NumPy allows us to perform mathematical and statistical operations. Pandas allows us organise the loaded data into a table and explore it. Matplotlib and Seaborn helps us to perform visualization patterns and relationships between the different entities.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17" y="280034"/>
            <a:ext cx="11306995" cy="994164"/>
          </a:xfrm>
        </p:spPr>
        <p:txBody>
          <a:bodyPr/>
          <a:lstStyle/>
          <a:p>
            <a:pPr algn="ctr"/>
            <a:r>
              <a:rPr lang="en-US" sz="2800" dirty="0"/>
              <a:t>Practical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7744" y="1499616"/>
            <a:ext cx="11594592" cy="5010912"/>
          </a:xfrm>
        </p:spPr>
        <p:txBody>
          <a:bodyPr numCol="2"/>
          <a:lstStyle/>
          <a:p>
            <a:r>
              <a:rPr lang="en-US" dirty="0"/>
              <a:t>In the second Python assignment I was given an opportunity to perform Data analysis.</a:t>
            </a:r>
          </a:p>
          <a:p>
            <a:r>
              <a:rPr lang="en-US" dirty="0"/>
              <a:t>The steps commenced with Data loading and exploration. Here I used pandas and </a:t>
            </a:r>
            <a:r>
              <a:rPr lang="en-US" dirty="0" err="1"/>
              <a:t>sklearn</a:t>
            </a:r>
            <a:r>
              <a:rPr lang="en-US" dirty="0"/>
              <a:t> to load the breast cancer dataset, checked rows, columns, datatypes and missing values.</a:t>
            </a:r>
          </a:p>
          <a:p>
            <a:r>
              <a:rPr lang="en-US" dirty="0"/>
              <a:t>I performed descriptive statistics, where I calculated the mean, median and standard deviation. I also looked at how they were distributed using histograms and boxplots.</a:t>
            </a:r>
          </a:p>
          <a:p>
            <a:r>
              <a:rPr lang="en-US" dirty="0"/>
              <a:t>In order to visualize this, I used matplotlib and Seaborn for bar charts, scatter plots and heatmaps to find the relationship between them.</a:t>
            </a:r>
          </a:p>
          <a:p>
            <a:r>
              <a:rPr lang="en-US" dirty="0"/>
              <a:t>I performed </a:t>
            </a:r>
            <a:r>
              <a:rPr lang="en-US" dirty="0" err="1"/>
              <a:t>groupby</a:t>
            </a:r>
            <a:r>
              <a:rPr lang="en-US" dirty="0"/>
              <a:t> to compare the averages (e.g. </a:t>
            </a:r>
            <a:r>
              <a:rPr lang="en-US" dirty="0" err="1"/>
              <a:t>mean_perimeter</a:t>
            </a:r>
            <a:r>
              <a:rPr lang="en-US" dirty="0"/>
              <a:t> by cancer type).</a:t>
            </a:r>
          </a:p>
          <a:p>
            <a:r>
              <a:rPr lang="en-US" dirty="0"/>
              <a:t>Apart form this I also performed feature engineering. I created new features (e.g. </a:t>
            </a:r>
            <a:r>
              <a:rPr lang="en-US" dirty="0" err="1"/>
              <a:t>area_to_perimeter_ratio</a:t>
            </a:r>
            <a:r>
              <a:rPr lang="en-US" dirty="0"/>
              <a:t>) and analyzed how they separate benign vs malignant cases.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5"/>
            <a:ext cx="7043617" cy="1393318"/>
          </a:xfrm>
        </p:spPr>
        <p:txBody>
          <a:bodyPr/>
          <a:lstStyle/>
          <a:p>
            <a:pPr algn="ctr"/>
            <a:r>
              <a:rPr lang="en-US" sz="2800" dirty="0"/>
              <a:t>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64224" y="2968835"/>
            <a:ext cx="7043618" cy="2233233"/>
          </a:xfrm>
        </p:spPr>
        <p:txBody>
          <a:bodyPr/>
          <a:lstStyle/>
          <a:p>
            <a:pPr algn="ctr"/>
            <a:r>
              <a:rPr lang="en-US" dirty="0"/>
              <a:t>Overall, I learnt and practiced basic exploratory data analysis (EDA) where I loaded the data, summarized it, visualized the patterns and created new features for insight.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{594C8911-601B-486C-AA21-C9EC720CA211}tf78438558_win32</Template>
  <TotalTime>33</TotalTime>
  <Words>376</Words>
  <Application>Microsoft Office PowerPoint</Application>
  <PresentationFormat>Widescreen</PresentationFormat>
  <Paragraphs>20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Sabon Next LT</vt:lpstr>
      <vt:lpstr>Custom</vt:lpstr>
      <vt:lpstr>Module 2: Libraries and Modules in Python  Shivali Muthukumar</vt:lpstr>
      <vt:lpstr>SYNOPSIS</vt:lpstr>
      <vt:lpstr> Topics discussed and understanding</vt:lpstr>
      <vt:lpstr>Practical Application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Sanjana M. 23BCO043</dc:creator>
  <cp:lastModifiedBy>Sanjana M. 23BCO043</cp:lastModifiedBy>
  <cp:revision>1</cp:revision>
  <dcterms:created xsi:type="dcterms:W3CDTF">2025-09-09T05:37:04Z</dcterms:created>
  <dcterms:modified xsi:type="dcterms:W3CDTF">2025-09-09T06:10:57Z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