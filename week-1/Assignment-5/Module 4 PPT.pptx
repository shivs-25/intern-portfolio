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0"/>
  </p:notesMasterIdLst>
  <p:handoutMasterIdLst>
    <p:handoutMasterId r:id="rId11"/>
  </p:handoutMasterIdLst>
  <p:sldIdLst>
    <p:sldId id="312" r:id="rId5"/>
    <p:sldId id="304" r:id="rId6"/>
    <p:sldId id="307" r:id="rId7"/>
    <p:sldId id="282" r:id="rId8"/>
    <p:sldId id="314" r:id="rId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0" d="100"/>
          <a:sy n="70" d="100"/>
        </p:scale>
        <p:origin x="536" y="5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Module 4: </a:t>
            </a:r>
            <a:r>
              <a:rPr lang="en-US" dirty="0" err="1"/>
              <a:t>Mysql</a:t>
            </a:r>
            <a:br>
              <a:rPr lang="en-US" dirty="0"/>
            </a:br>
            <a:br>
              <a:rPr lang="en-US" dirty="0"/>
            </a:br>
            <a:r>
              <a:rPr lang="en-US" sz="2400" dirty="0"/>
              <a:t>Shivali </a:t>
            </a:r>
            <a:r>
              <a:rPr lang="en-US" sz="2400" dirty="0" err="1"/>
              <a:t>muthukumar</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synopsis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lstStyle/>
          <a:p>
            <a:r>
              <a:rPr lang="en-US" dirty="0"/>
              <a:t>In this presentation, I will discuss about the concepts that I had learned in MySQL in a theoretical manner and how I applied them to successfully complete the final assignment using a large dataset.</a:t>
            </a:r>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411481" y="310896"/>
            <a:ext cx="11014546" cy="923544"/>
          </a:xfrm>
        </p:spPr>
        <p:txBody>
          <a:bodyPr/>
          <a:lstStyle/>
          <a:p>
            <a:r>
              <a:rPr lang="en-US" sz="3200" dirty="0"/>
              <a:t>Topics discussed and understanding </a:t>
            </a:r>
          </a:p>
        </p:txBody>
      </p:sp>
      <p:sp>
        <p:nvSpPr>
          <p:cNvPr id="5" name="Content Placeholder 4">
            <a:extLst>
              <a:ext uri="{FF2B5EF4-FFF2-40B4-BE49-F238E27FC236}">
                <a16:creationId xmlns:a16="http://schemas.microsoft.com/office/drawing/2014/main" id="{E56063C9-D7BF-EDE6-368D-9FFA939485B1}"/>
              </a:ext>
            </a:extLst>
          </p:cNvPr>
          <p:cNvSpPr>
            <a:spLocks noGrp="1"/>
          </p:cNvSpPr>
          <p:nvPr>
            <p:ph sz="half" idx="2"/>
          </p:nvPr>
        </p:nvSpPr>
        <p:spPr>
          <a:xfrm>
            <a:off x="301752" y="1609344"/>
            <a:ext cx="11548872" cy="4937760"/>
          </a:xfrm>
        </p:spPr>
        <p:txBody>
          <a:bodyPr numCol="2"/>
          <a:lstStyle/>
          <a:p>
            <a:r>
              <a:rPr lang="en-IN" dirty="0"/>
              <a:t>In this module I learnt the basic concepts of SQL such as commands like SELECT, FROM, WHERE, DISTINCT and ORDER BY.</a:t>
            </a:r>
          </a:p>
          <a:p>
            <a:r>
              <a:rPr lang="en-IN" dirty="0"/>
              <a:t>I also got familiarised about Aggregates and Grouping. I used COUNT(), MAX(), MIN(), SUM(), AVG() to summarize columns. I used GROUP BY similar to python and HAVING to filter groups with conditions.</a:t>
            </a:r>
          </a:p>
          <a:p>
            <a:r>
              <a:rPr lang="en-IN" dirty="0"/>
              <a:t>I learnt about different type of JOINS. INNER JOIN which only matches the rows, LEFT JOIN all rows from the left table even without the matches, RIGHT JOIN all rows from the right table. ON to specify how tables are connected.</a:t>
            </a:r>
          </a:p>
          <a:p>
            <a:r>
              <a:rPr lang="en-IN" dirty="0"/>
              <a:t>I also learnt special operators such as LIKE, BETWEEN AND IN.</a:t>
            </a:r>
          </a:p>
          <a:p>
            <a:r>
              <a:rPr lang="en-IN" dirty="0"/>
              <a:t>I got a good understanding  of tables and relationships with AND/OR.</a:t>
            </a:r>
          </a:p>
          <a:p>
            <a:r>
              <a:rPr lang="en-IN" dirty="0"/>
              <a:t>The instructor also gave a very good understanding of how to install MySQL on my laptop.  I did have a hard time downloading and importing the employees database from GIT hub to aid my assignment but once that was done everything else went smoothly.</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33317" y="325754"/>
            <a:ext cx="10886371" cy="994164"/>
          </a:xfrm>
        </p:spPr>
        <p:txBody>
          <a:bodyPr/>
          <a:lstStyle/>
          <a:p>
            <a:pPr algn="ctr"/>
            <a:r>
              <a:rPr lang="en-US" dirty="0"/>
              <a:t>PRACTICAL APPLICATION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33316" y="1572768"/>
            <a:ext cx="11572171" cy="4959478"/>
          </a:xfrm>
        </p:spPr>
        <p:txBody>
          <a:bodyPr numCol="2"/>
          <a:lstStyle/>
          <a:p>
            <a:r>
              <a:rPr lang="en-US" dirty="0"/>
              <a:t>In the assignment I used the </a:t>
            </a:r>
            <a:r>
              <a:rPr lang="en-US" dirty="0" err="1"/>
              <a:t>employees.sql</a:t>
            </a:r>
            <a:r>
              <a:rPr lang="en-US" dirty="0"/>
              <a:t> database available on Git Hub.</a:t>
            </a:r>
          </a:p>
          <a:p>
            <a:r>
              <a:rPr lang="en-US" dirty="0"/>
              <a:t>I practiced basic SQL commands to retrieve employee, department, salary and title information.</a:t>
            </a:r>
          </a:p>
          <a:p>
            <a:r>
              <a:rPr lang="en-US" dirty="0"/>
              <a:t>I used filters (WHERE) to select specific rows (like employees in “Sales”).</a:t>
            </a:r>
          </a:p>
          <a:p>
            <a:r>
              <a:rPr lang="en-US" dirty="0"/>
              <a:t>Learned aggregations (COUNT, MAX, AVG) and grouping (GROUP BY, HAVING) to summarize the data.</a:t>
            </a:r>
          </a:p>
          <a:p>
            <a:r>
              <a:rPr lang="en-US" dirty="0"/>
              <a:t>I explored joins between tables (e.g. employees with their departments or managers with their departments).</a:t>
            </a:r>
          </a:p>
          <a:p>
            <a:r>
              <a:rPr lang="en-US" dirty="0"/>
              <a:t>Applied conditions on grouped data to find special cases (like employees who worked in multiple departments). </a:t>
            </a:r>
          </a:p>
          <a:p>
            <a:endParaRPr lang="en-US" dirty="0"/>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dirty="0"/>
              <a:t>summary</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5</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dirty="0"/>
              <a:t>Overall, I learned how to retrieve and filter data, summarize data with aggregates, group rows for comparisons, join multiple tables together and apply conditions to both rows and groups.</a:t>
            </a:r>
          </a:p>
        </p:txBody>
      </p:sp>
    </p:spTree>
    <p:extLst>
      <p:ext uri="{BB962C8B-B14F-4D97-AF65-F5344CB8AC3E}">
        <p14:creationId xmlns:p14="http://schemas.microsoft.com/office/powerpoint/2010/main" val="113171805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{594C8911-601B-486C-AA21-C9EC720CA211}tf78438558_win32</Template>
  <TotalTime>17</TotalTime>
  <Words>379</Words>
  <Application>Microsoft Office PowerPoint</Application>
  <PresentationFormat>Widescreen</PresentationFormat>
  <Paragraphs>20</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Arial Black</vt:lpstr>
      <vt:lpstr>Calibri</vt:lpstr>
      <vt:lpstr>Sabon Next LT</vt:lpstr>
      <vt:lpstr>Custom</vt:lpstr>
      <vt:lpstr>Module 4: Mysql  Shivali muthukumar</vt:lpstr>
      <vt:lpstr>synopsis</vt:lpstr>
      <vt:lpstr>Topics discussed and understanding </vt:lpstr>
      <vt:lpstr>PRACTICAL APPLICATION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Sanjana M. 23BCO043</dc:creator>
  <cp:lastModifiedBy>Sanjana M. 23BCO043</cp:lastModifiedBy>
  <cp:revision>1</cp:revision>
  <dcterms:created xsi:type="dcterms:W3CDTF">2025-09-09T06:39:18Z</dcterms:created>
  <dcterms:modified xsi:type="dcterms:W3CDTF">2025-09-09T06:56:38Z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