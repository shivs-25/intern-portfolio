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Dubai Real Estate — Summary for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Total Listings: 50,000</a:t>
            </a:r>
          </a:p>
          <a:p>
            <a:r>
              <a:t>Average Price: 224,932</a:t>
            </a:r>
          </a:p>
          <a:p>
            <a:r>
              <a:t>Average Size (sqft): 2,006</a:t>
            </a:r>
          </a:p>
          <a:p>
            <a:r>
              <a:t>Avg Price per Sqft: 113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